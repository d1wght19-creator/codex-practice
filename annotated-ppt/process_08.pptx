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头戴耳机与音箱制造流程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从声学单元、腔体装配到整机音频测试与包装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头戴耳机与音箱生产流程总览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腔体、头梁 / 箱体及声学件来料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扬声器、麦克风和电源子件准备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 / 功放板 SMT 与板级测试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声学单元、线束、腔体整机装配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音质、无线、续航 / 电源及外观测试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腔体 / 外壳来料检查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核对耳机左右件或音箱箱体，检查外观、孔位和密封面。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头梁 / 转轴检查（耳机）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检查滑轨、转轴、折叠机构、扭力和装饰件。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箱体与倒相结构检查（音箱）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核对箱体尺寸、倒相孔、网罩和吸音材料。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扬声器单元极性检查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检查阻抗、极性、振膜外观和批次标签。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麦克风 / 线材备料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按规格准备麦克风、线束、连接器及应力保护件。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 / 电源模块检查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核对电池型号、电压和保护板，或电源板规格。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耳罩 / 网罩 / 吸音棉准备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清点左右耳罩、网布、泡棉和声学阻尼材料。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按键 / 旋钮和接口备料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准备旋钮、按键、USB / 音频接口及装饰件。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表面处理与丝印核验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检查喷涂、镭雕、铭牌和品牌标识位置。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包装件与附件齐套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准备线材、适配器、耳机袋、说明书和外箱。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扬声器单元装入支架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将单元固定到耳罩 / 箱体支架，控制方向与螺丝扭力。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吸音材料与密封件预装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依结构放置吸音棉、密封垫和声学网罩，检查覆盖位置。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头梁 / 箱体子装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组装头梁、转轴或音箱前障板，检查活动和贴合状态。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板卡扫码与版本核对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核对主板、功放板和无线板版本，扫码绑定工单。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锡膏印刷与 SPI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印刷焊膏并检查位置、体积和偏移。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贴装音频处理、功放、电源和无线元件。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按炉温曲线完成焊接并留存记录。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检查错漏件、偏移、极性和焊点外观。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大型接口 / 通孔件后装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安装音频插孔、USB 接口、旋钮或端子并焊接。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焊后清洁与复核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检查板面、焊点、接口和线束焊盘状态。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板级电测（适用）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检查电气网络、短路和供电电压。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固件 / DSP 配置写入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按机型写入蓝牙 / 音频固件或 DSP 参数。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功放与音频板测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通过测试治具检查左右声道输出和基础功能。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无线 / 有线接口测试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检查蓝牙、USB、3.5 mm 或其他输入接口。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异常维修与复测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按不良代码维修后重复电气和音频板测。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防静电托盘转运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板件放入防静电托盘，保护连接器和元件。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板卡齐套与左右声道配对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核对左右声道、版本与订单配置后发往装配。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连接扬声器引线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按左右声道和极性连接音圈线，检查焊点与拉力。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固定主板与接口件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安装控制板、功放板、麦克风和充电 / 音频接口。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放置吸音与密封材料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依工艺放置吸音棉、泡棉和密封垫，防止漏放。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合装腔体与头梁 / 箱体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锁附外壳、耳罩或前障板，检查线缆夹伤与异响。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准备左右腔体 / 箱体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核对型号、声学件和工装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安装扬声器单元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确认极性、方向和固定状态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连接主板与麦克风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固定板卡并整理内部线束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放置吸音 / 密封材料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检查材料位置、覆盖与洁净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安装电池 / 电源组件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核对型号并固定连接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合壳与头梁 / 网罩装配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检查转轴、缝隙和结构稳定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安装耳罩 / 脚垫与标签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完成外观件安装和序列号绑定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声道与极性测试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检查左右声道、极性、频响和失真。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音质 / 声压测试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按产品规范测量频响、灵敏度、声压和异响。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麦克风 / 通话测试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测试收音、通话和降噪功能（适用）。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无线 / 有线功能测试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检查蓝牙配对、USB / 音频输入和按键操作。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电源 / 充电 / 续航抽测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检查电源、充电、电量指示和续航项目。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结构与外观检查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检查头梁滑动、转轴、网罩、箱体缝隙和标识。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附件与包装复核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清点线材、适配器、耳罩、说明书和包装保护件。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声学标准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频响、失真、声压及左右一致性的验收限值在哪里？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声学工装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耦合器 / 暗箱或音箱测试工位怎样校准和维护？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线束装配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音圈线焊接、拉力和夹线检查由哪道工序负责？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产品分支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头戴耳机和音箱是否分线生产，哪些子件共用？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可靠性抽测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转轴寿命、跌落、温升和续航测试覆盖率如何？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头戴耳机与音箱制造流程：典型制造流程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Bluetooth SIG 认证流程信息：bluetooth.com/develop-with-bluetooth；PCBA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腔体 / 外壳来料检查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人工：典型人工：核对耳机左右件或音箱箱体，检查外观、孔位和密封面。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A02  头梁 / 转轴检查（耳机）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人工：典型人工：检查滑轨、转轴、折叠机构、扭力和装饰件。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A03  箱体与倒相结构检查（音箱）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人工：典型人工：核对箱体尺寸、倒相孔、网罩和吸音材料。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A04  扬声器单元极性检查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人工：典型人工：检查阻抗、极性、振膜外观和批次标签。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麦克风 / 线材备料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人工：典型人工：按规格准备麦克风、线束、连接器及应力保护件。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电池 / 电源模块检查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人工：典型人工：核对电池型号、电压和保护板，或电源板规格。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耳罩 / 网罩 / 吸音棉准备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人工：典型人工：清点左右耳罩、网布、泡棉和声学阻尼材料。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按键 / 旋钮和接口备料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人工：典型人工：准备旋钮、按键、USB / 音频接口及装饰件。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原第5页 · A09  表面处理与丝印核验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包装件与附件齐套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人工：典型人工：准备线材、适配器、耳机袋、说明书和外箱。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扬声器单元装入支架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人工：典型人工：将单元固定到耳罩 / 箱体支架，控制方向与螺丝扭力。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吸音材料与密封件预装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人工：典型人工：依结构放置吸音棉、密封垫和声学网罩，检查覆盖位置。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头梁 / 箱体子装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人工：典型人工：组装头梁、转轴或音箱前障板，检查活动和贴合状态。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板卡扫码与版本核对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人工：典型人工：核对主板、功放板和无线板版本，扫码绑定工单。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锡膏印刷与 SPI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设备/工具：设备执行锡膏印刷与 SPI，不得把自动检测或贴装本身标成人工。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SMT 贴装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贴装，不得把自动检测或贴装本身标成人工。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回流焊接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AOI 检查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检查，不得把自动检测或贴装本身标成人工。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C06  大型接口 / 通孔件后装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C07  焊后清洁与复核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人工：典型人工：检查板面、焊点、接口和线束焊盘状态。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C08  ICT / 板级电测（适用）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设备/工具：仪器或软件执行ICT / 板级电测（适用）；测量、计算、烧录/校准不直接算作人工。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固件 / DSP 配置写入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设备/工具：仪器或软件执行固件 / DSP 配置写入；测量、计算、烧录/校准不直接算作人工。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功放与音频板测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设备/工具：仪器或软件执行功放与音频板测；测量、计算、烧录/校准不直接算作人工。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无线 / 有线接口测试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设备/工具：仪器或软件执行无线 / 有线接口测试；测量、计算、烧录/校准不直接算作人工。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异常维修与复测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C13  防静电托盘转运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人工：典型人工：板件放入防静电托盘，保护连接器和元件。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原第10页 · C14  板卡齐套与左右声道配对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设备/工具：仪器或软件执行板卡齐套与左右声道配对；测量、计算、烧录/校准不直接算作人工。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连接扬声器引线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人工：典型人工：按左右声道和极性连接音圈线，检查焊点与拉力。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固定主板与接口件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人工：典型人工：安装控制板、功放板、麦克风和充电 / 音频接口。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放置吸音与密封材料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人工：典型人工：依工艺放置吸音棉、泡棉和密封垫，防止漏放。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合装腔体与头梁 / 箱体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人工：典型人工：锁附外壳、耳罩或前障板，检查线缆夹伤与异响。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准备左右腔体 / 箱体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人工：典型人工：核对型号、声学件和工装。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安装扬声器单元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人工：典型人工：确认极性、方向和固定状态。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连接主板与麦克风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人工：典型人工：固定板卡并整理内部线束。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放置吸音 / 密封材料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人工：典型人工：检查材料位置、覆盖与洁净。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安装电池 / 电源组件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人工：典型人工：核对型号并固定连接。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合壳与头梁 / 网罩装配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人工：典型人工：检查转轴、缝隙和结构稳定。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装配07  安装耳罩 / 脚垫与标签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人工：典型人工：完成外观件安装和序列号绑定。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E01  声道与极性测试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设备/工具：仪器或软件执行声道与极性测试；测量、计算、烧录/校准不直接算作人工。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音质 / 声压测试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设备/工具：仪器或软件执行音质 / 声压测试；测量、计算、烧录/校准不直接算作人工。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麦克风 / 通话测试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设备/工具：仪器或软件执行麦克风 / 通话测试；测量、计算、烧录/校准不直接算作人工。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无线 / 有线功能测试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设备/工具：仪器或软件执行无线 / 有线功能测试；测量、计算、烧录/校准不直接算作人工。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E05  电源 / 充电 / 续航抽测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人工：典型人工：检查电源、充电、电量指示和续航项目。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E06  结构与外观检查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人工：典型人工：检查头梁滑动、转轴、网罩、箱体缝隙和标识。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头戴耳机与音箱制造流程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附件与包装复核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人工：典型人工：清点线材、适配器、耳罩、说明书和包装保护件。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2896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3378ED70EE804DE3BE7CA4B34264D8B3_13</vt:lpwstr>
  </property>
  <property fmtid="{D5CDD505-2E9C-101B-9397-08002B2CF9AE}" pid="3" name="KSOProductBuildVer">
    <vt:lpwstr>2052-12.1.0.29162</vt:lpwstr>
  </property>
</Properties>
</file>