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游戏机与手柄制造流程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从主机板卡、散热组件到手柄校准与整机测试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游戏机与手柄生产流程总览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主机 / 手柄结构件和电子件来料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散热、光驱、摇杆和按键子组件准备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主机 / 手柄 PCBA、固件和板级检查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主机、控制器、线束和散热整机装配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系统、射频、接口、摇杆与老化测试包装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主机外壳来料检查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核对型号、颜色、接口开孔和外观，检查螺柱。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主机散热件检查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核对风扇、散热器、热管 / 均热板和导热垫。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电源单元与线束备料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检查电源规格、线束接口、绝缘和标签。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光驱 / 存储组件检查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按机型核验光驱、SSD 或扩展槽部件。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手柄上下壳检查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核对颜色、卡扣、螺孔和按键开孔。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摇杆 / 扳机 / 按键备料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核对左右摇杆、扳机、弹簧和按键版本。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振动 / 触觉模块检查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检查振动马达、触觉模块和线束连接。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 / 充电板检查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核对电池型号、极性、充电触点和保护板。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天线 / 无线模块备料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按型号准备 Wi-Fi / 蓝牙天线和无线模块。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附件与序列号数据准备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准备电源线、控制器、线材和唯一标识数据。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风扇 / 散热组件子装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组合风扇、散热片和导风罩，检查方向与固定。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手柄摇杆与按键子装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装入摇杆、扳机、按键和触觉组件，检查机械动作。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光驱 / 接口板子装（适用）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安装光驱、前置接口或扩展板并核对线束。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板卡扫码与配置核对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区分主机板、手柄板和无线板版本，绑定工单。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印刷锡膏并检查体积、位置和细间距偏移。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贴装处理器、电源、存储、无线及控制器件。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按炉温曲线完成焊接并记录过程数据。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/ X-ray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检查元件错漏和高密度焊点。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 / 通孔件后装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 HDMI、USB、电源和控制器接口。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焊后清洁与目检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检查焊点、接口、板面和连接器锁扣。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板级电测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通过测试治具检查电源网络和关键接口。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主机固件 / 安全数据写入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下载主机系统或引导固件，绑定板卡身份。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手柄固件与无线写入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写入控制器固件和无线配置，记录控制器 ID。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摇杆 / 扳机板测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检查模拟量、按键矩阵和触觉模块输出。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板级启动 / 接口测试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验证主板启动、存储和接口基础功能。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维修复测与放行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维修板按失效码复测，合格后标识放行。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防静电包装与线边备料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板卡入防静电载具，按机型配送至总装。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贴附绝缘与导热材料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按图纸位置贴附导热垫、绝缘片和导电材料。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安装主板与电源组件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固定主板、电源和接口板，检查连接器方向。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安装风扇 / 散热器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按顺序锁附散热模组并连接风扇线。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手柄安装摇杆 / 触觉组件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固定摇杆、扳机、马达和电池，整理内部线束。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准备主机底壳 / 手柄底壳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扫码确认型号和版本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 / 控制板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定位锁附并绑定序列号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主机连接电源与接口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接入前置板、光驱和线束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安装散热与风扇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涂导热材料并检查风道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手柄装摇杆 / 按键 / 扳机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确认机械行程和固定状态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连接无线 / 电池 / 振动件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检查天线、极性和线束走向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合壳、校准并贴标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锁附外壳后进入功能测试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主机启动与系统测试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检查启动、系统版本、存储识别和恢复功能。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 / 网络 / 视频测试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 HDMI、USB、网口、Wi-Fi、蓝牙和音频。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 / 噪声 / 压力测试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按机型执行温升、风扇和持续负载验证。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手柄全键与摇杆校准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测试按键、摇杆中心、死区、扳机行程和漂移。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无线配对与充电测试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检查控制器配对、断连、充电和睡眠唤醒。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外观与可靠性抽测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检查外壳、摇杆回弹、跌落及接口状态。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配件与包装复核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核对主机、手柄、电源线、线缆、标签及包装数量。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产品路线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带光驱 / 不带光驱、存储配置和手柄组合是否需要分支？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摇杆校准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中心点、死区、扳机行程数据是否逐台保存？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散热验证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风扇、热管、温升和老化的标准由哪份文件规定？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序列号绑定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主机、手柄 ID、无线模块和包装条码如何关联？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板卡制造边界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主板和控制板 SMT / 测试在本厂还是外协完成？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游戏机与手柄制造流程：典型制造流程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Bluetooth SIG 认证流程信息：bluetooth.com/develop-with-bluetooth；PCBA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主机外壳来料检查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人工：典型人工：核对型号、颜色、接口开孔和外观，检查螺柱。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A02  主机散热件检查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人工：典型人工：核对风扇、散热器、热管 / 均热板和导热垫。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电源单元与线束备料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人工：典型人工：检查电源规格、线束接口、绝缘和标签。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光驱 / 存储组件检查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人工：典型人工：按机型核验光驱、SSD 或扩展槽部件。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手柄上下壳检查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人工：典型人工：核对颜色、卡扣、螺孔和按键开孔。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摇杆 / 扳机 / 按键备料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人工：典型人工：核对左右摇杆、扳机、弹簧和按键版本。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振动 / 触觉模块检查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人工：典型人工：检查振动马达、触觉模块和线束连接。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电池 / 充电板检查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人工：典型人工：核对电池型号、极性、充电触点和保护板。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天线 / 无线模块备料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人工：典型人工：按型号准备 Wi-Fi / 蓝牙天线和无线模块。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附件与序列号数据准备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人工：典型人工：准备电源线、控制器、线材和唯一标识数据。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风扇 / 散热组件子装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人工：典型人工：组合风扇、散热片和导风罩，检查方向与固定。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手柄摇杆与按键子装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人工：典型人工：装入摇杆、扳机、按键和触觉组件，检查机械动作。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光驱 / 接口板子装（适用）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人工：典型人工：安装光驱、前置接口或扩展板并核对线束。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板卡扫码与配置核对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人工：典型人工：区分主机板、手柄板和无线板版本，绑定工单。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贴片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贴片，不得把自动检测或贴装本身标成人工。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/ X-ray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/ X-ray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接口 / 通孔件后装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C07  焊后清洁与目检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人工：典型人工：检查焊点、接口、板面和连接器锁扣。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C08  ICT / 板级电测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设备/工具：仪器或软件执行ICT / 板级电测；测量、计算、烧录/校准不直接算作人工。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主机固件 / 安全数据写入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设备/工具：仪器或软件执行主机固件 / 安全数据写入；测量、计算、烧录/校准不直接算作人工。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手柄固件与无线写入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设备/工具：仪器或软件执行手柄固件与无线写入；测量、计算、烧录/校准不直接算作人工。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摇杆 / 扳机板测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设备/工具：仪器或软件执行摇杆 / 扳机板测；测量、计算、烧录/校准不直接算作人工。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板级启动 / 接口测试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设备/工具：仪器或软件执行板级启动 / 接口测试；测量、计算、烧录/校准不直接算作人工。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原第10页 · C13  维修复测与放行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防静电包装与线边备料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人工：典型人工：板卡入防静电载具，按机型配送至总装。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贴附绝缘与导热材料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人工：典型人工：按图纸位置贴附导热垫、绝缘片和导电材料。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安装主板与电源组件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人工：典型人工：固定主板、电源和接口板，检查连接器方向。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安装风扇 / 散热器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人工：典型人工：按顺序锁附散热模组并连接风扇线。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手柄安装摇杆 / 触觉组件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人工：典型人工：固定摇杆、扳机、马达和电池，整理内部线束。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准备主机底壳 / 手柄底壳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人工：典型人工：扫码确认型号和版本。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安装主板 / 控制板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人工：典型人工：定位锁附并绑定序列号。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主机连接电源与接口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人工：典型人工：接入前置板、光驱和线束。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安装散热与风扇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人工：典型人工：涂导热材料并检查风道。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手柄装摇杆 / 按键 / 扳机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人工：典型人工：确认机械行程和固定状态。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连接无线 / 电池 / 振动件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人工：典型人工：检查天线、极性和线束走向。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装配07  合壳、校准并贴标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设备/工具：仪器或软件执行合壳、校准并贴标；测量、计算、烧录/校准不直接算作人工。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主机启动与系统测试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设备/工具：仪器或软件执行主机启动与系统测试；测量、计算、烧录/校准不直接算作人工。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接口 / 网络 / 视频测试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设备/工具：仪器或软件执行接口 / 网络 / 视频测试；测量、计算、烧录/校准不直接算作人工。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散热 / 噪声 / 压力测试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设备/工具：仪器或软件执行散热 / 噪声 / 压力测试；测量、计算、烧录/校准不直接算作人工。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手柄全键与摇杆校准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设备/工具：仪器或软件执行手柄全键与摇杆校准；测量、计算、烧录/校准不直接算作人工。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无线配对与充电测试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设备/工具：仪器或软件执行无线配对与充电测试；测量、计算、烧录/校准不直接算作人工。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E06  外观与可靠性抽测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人工：典型人工：摆放/装夹样品、连接负载、设置或选取程序、检查结果并隔离异常；外观/配件检查仍需单独确认。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设备/工具：老化、负载、寿命、跌落或运输模拟由相应设备执行；原文中的手工检查/包装与设备试验分开统计。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游戏机与手柄制造流程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配件与包装复核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人工：典型人工：核对主机、手柄、电源线、线缆、标签及包装数量。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2879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08B46A0A274F429083DA3937898166DC_13</vt:lpwstr>
  </property>
  <property fmtid="{D5CDD505-2E9C-101B-9397-08002B2CF9AE}" pid="3" name="KSOProductBuildVer">
    <vt:lpwstr>2052-12.1.0.29162</vt:lpwstr>
  </property>
</Properties>
</file>