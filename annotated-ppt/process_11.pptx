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本稿按产品类别的典型路径整理，不代表特定工厂正式 SOP。具体步骤和标准需现场确认。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数码相机与运动相机制造流程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从光学 / 传感器模组装配到影像校准与整机测试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典型产品流程整理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数码相机与运动相机生产流程总览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典型流程分为五个阶段；板卡与模组可能由外部供应商提供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结构件与来料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机身、镜头、传感器与光学件来料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关键模组预制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镜头 / 快门 / 防护结构子组件准备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PCBA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主板 / 传感器板 SMT 与板级检查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光学模组、排线、机身整机装配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成像、对焦、防护、接口测试与包装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工序细节按产品典型结构整理；具体顺序以现场工艺文件为准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结构件与核心部件来料准备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机身壳体来料检查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核对机型、颜色、螺孔和外观，检查密封边缘。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机身加工与清洁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加工接口、镜头座或支架后清除金属屑和粉尘。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镜头模组外观检查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检查镜片划伤、灰尘、镀膜、连接器及序列号。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表面处理、清洁与模组检查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图像传感器来料检查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核对传感器型号、洁净度和防静电包装状态。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快门 / 光圈机构检查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检查动作、回弹和连接件状态，按工艺分类。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显示屏 / 取景器检查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检查坏点、亮度、接口和外观。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防水圈 / 接口盖备料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运动相机核对密封圈、接口盖和按键密封件。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COMPONENT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关键子组件预装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电池仓 / 存储卡槽备料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检查卡槽、门盖、触点和电池连接器。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光学窗清洁与防尘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在洁净工位清洁镜头座和传感器周边，避免异物。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镜头 / 机身序列号建档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记录关键光学件与机身编号，准备校准追溯数据。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MODULE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模块与外壳预装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镜头组与镜筒子装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装配镜片、镜筒和驱动机构，避免镜片污染。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传感器与快门子装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固定传感器、快门或防抖机构，检查定位与排线。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 / 取景器子装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将屏幕或取景器装入支架并确认转轴及排线。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板卡扫码与版本核对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区分主板、传感器板和显示板，绑定工单。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锡膏印刷与 SPI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印刷锡膏并检查微小焊盘的体积和位置。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贴装图像处理器、电源、存储和接口元件。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按温度曲线完成焊接并记录工艺批次。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AOI / X-ray 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检查元件偏移、错漏及高密度焊点。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通孔件、焊后检查与板测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传感器接口 / 通孔件后装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安装图像传感器连接器、接口和屏蔽件。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焊后检查与洁净处理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检查焊点、板面和传感器接口洁净度。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ICT / 板级电测（适用）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测试关键网络、电源和接口状态。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固件与校准参数写入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下载相机固件并绑定板卡序列号。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板级功能测试与数据写入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图像链路初测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接入测试传感器检查图像信号和坏点数据。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快门 / 镜头驱动板测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测试自动对焦、变焦或快门驱动接口。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维修与复测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按失效代码返修后复测电气和图像链路。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主板防护、扫码与线边备料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防静电及防尘周转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使用防静电、防尘载具转运板件。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相机配置齐套确认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按型号核对传感器、镜头卡口、屏幕与接口版本。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板卡与功能部件安装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安装主板与传感器组件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固定主板、传感器和快门组件，检查定位。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连接镜头 / 显示排线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连接镜头驱动、屏幕和取景器排线并检查锁扣。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安装接口板与电池仓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固定接口板、卡槽和电池仓组件。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装配机身与密封件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安装外壳、按键和密封圈，检查线缆避让。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以下为典型装配顺序；不同结构可能前后调整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准备机身与光学工装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确认机型、镜头座和防尘要求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安装传感器 / 快门组件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定位固定并核对连接器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装入主板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锁附主板并绑定机身条码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连接镜头 / 屏幕排线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插接柔性线缆并确认锁扣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安装电池仓与接口板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固定卡槽、接口和按键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合壳并安装镜头组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按结构锁附并检查光路洁净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写入校准数据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绑定镜头 / 传感器序列号并进入影像测试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开机与存储接口测试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检查开机、存储卡识别、USB / HDMI 等接口。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成像 / 坏点 / 色彩测试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拍摄标准图卡，检查坏点、颜色、均匀性和噪点。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自动对焦 / 变焦测试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检查对焦速度、精度、镜头驱动和防抖功能。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快门 / 闪光 / 连拍检查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按配置测试快门、闪光灯、连拍和曝光动作。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显示 / 取景 / 音频测试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检查屏幕、取景器、麦克风、扬声器和按键。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防水 / 气密抽检（运动机型）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按产品要求检测机身密封和接口盖状态。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外观、附件与包装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清洁镜头和机身，核对镜头盖、电池、线材及包装。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典型工序示意；正式工艺名称、设备边界与质量标准需现场核实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现场核实清单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洁净控制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传感器、镜片和光路的清洁等级与污染判定标准是什么？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校准数据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镜头、传感器、机身序列号怎样绑定和追溯？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影像测试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坏点、对焦精度、色彩和曝光项目的全检范围如何？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运动相机防护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密封测试方法、压力参数和返修规则是什么？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板卡边界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哪些板卡在厂内 SMT，哪些光学模组作为成品采购？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参考资料与整理说明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数码相机与运动相机制造流程：典型制造流程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Sony 相机支持资料：sony.com/electronics/support/cameras-camcorders；PCBA 标准目录：ipc.org/standards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资料用于确认共性工艺和测试类型，不代表特定工厂完整生产路线。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这是一份产品类别级的典型流程示意。实际流程、设备边界、工艺参数、检验标准和不良品处理规则，需以现场 SOP、BOM、设备文件及工艺人员确认为准。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典型产品流程整理；具体工艺名称、设备边界与质量标准需现场核实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A01  机身壳体来料检查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人工：典型人工：核对机型、颜色、螺孔和外观，检查密封边缘。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原第3页 · A02  机身加工与清洁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原第3页 · A03  镜头模组外观检查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人工：典型人工：检查镜片划伤、灰尘、镀膜、连接器及序列号。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A04  图像传感器来料检查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人工：典型人工：核对传感器型号、洁净度和防静电包装状态。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A05  快门 / 光圈机构检查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人工：典型人工：检查动作、回弹和连接件状态，按工艺分类。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A06  显示屏 / 取景器检查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人工：典型人工：检查坏点、亮度、接口和外观。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原第4页 · A07  防水圈 / 接口盖备料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人工：典型人工：运动相机核对密封圈、接口盖和按键密封件。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A08  电池仓 / 存储卡槽备料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人工：典型人工：检查卡槽、门盖、触点和电池连接器。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A09  光学窗清洁与防尘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人工：典型人工：在洁净工位清洁镜头座和传感器周边，避免异物。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原第5页 · A10  镜头 / 机身序列号建档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人工：典型人工：记录关键光学件与机身编号，准备校准追溯数据。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B01  镜头组与镜筒子装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人工：典型人工：装配镜片、镜筒和驱动机构，避免镜片污染。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B02  传感器与快门子装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人工：典型人工：固定传感器、快门或防抖机构，检查定位与排线。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原第6页 · B03  显示 / 取景器子装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人工：典型人工：将屏幕或取景器装入支架并确认转轴及排线。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原第7页 · C01  板卡扫码与版本核对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人工：典型人工：区分主板、传感器板和显示板，绑定工单。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锡膏印刷与 SPI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设备/工具：设备执行锡膏印刷与 SPI，不得把自动检测或贴装本身标成人工。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SMT 贴装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贴装，不得把自动检测或贴装本身标成人工。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回流焊接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设备/工具：设备执行回流焊接，不得把自动检测或贴装本身标成人工。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C05  AOI / X-ray 检查  【设备为主】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设备/工具：设备执行AOI / X-ray 检查，不得把自动检测或贴装本身标成人工。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C06  传感器接口 / 通孔件后装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人工：典型人工：核对器件与方向、插装/固定连接器或通孔件、检查到位；手焊还是专机焊接需确认。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设备/工具：焊接可能使用人工焊台、波峰焊或选择焊；不能仅凭“焊接”确定人工。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原第8页 · C07  焊后检查与洁净处理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人工：典型人工：检查焊点、板面和传感器接口洁净度。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C08  ICT / 板级电测（适用）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设备/工具：仪器或软件执行ICT / 板级电测（适用）；测量、计算、烧录/校准不直接算作人工。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原第8页 · C09  固件与校准参数写入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设备/工具：仪器或软件执行固件与校准参数写入；测量、计算、烧录/校准不直接算作人工。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原第9页 · C10  图像链路初测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人工：典型人工：接入测试传感器检查图像信号和坏点数据。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C11  快门 / 镜头驱动板测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设备/工具：仪器或软件执行快门 / 镜头驱动板测；测量、计算、烧录/校准不直接算作人工。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原第9页 · C12  维修与复测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人工：人工定位不良、实施维修、标识与隔离；维修后按原项目重新送测。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设备/工具：测试设备执行复测并记录结果。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C13  防静电及防尘周转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人工：典型人工：使用防静电、防尘载具转运板件。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原第10页 · C14  相机配置齐套确认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人工：典型人工：按型号核对传感器、镜头卡口、屏幕与接口版本。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D01  安装主板与传感器组件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人工：典型人工：固定主板、传感器和快门组件，检查定位。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D02  连接镜头 / 显示排线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人工：典型人工：连接镜头驱动、屏幕和取景器排线并检查锁扣。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D03  安装接口板与电池仓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人工：典型人工：固定接口板、卡槽和电池仓组件。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原第11页 · D04  装配机身与密封件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人工：典型人工：安装外壳、按键和密封圈，检查线缆避让。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准备机身与光学工装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人工：典型人工：确认机型、镜头座和防尘要求。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安装传感器 / 快门组件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人工：典型人工：定位固定并核对连接器。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装入主板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人工：典型人工：锁附主板并绑定机身条码。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连接镜头 / 屏幕排线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人工：典型人工：插接柔性线缆并确认锁扣。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安装电池仓与接口板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人工：典型人工：固定卡槽、接口和按键。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合壳并安装镜头组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人工：典型人工：按结构锁附并检查光路洁净。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原第12页 · 装配07  写入校准数据  【人机配合·待核】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设备/工具：仪器或软件执行写入校准数据；测量、计算、烧录/校准不直接算作人工。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E01  开机与存储接口测试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设备/工具：仪器或软件执行开机与存储接口测试；测量、计算、烧录/校准不直接算作人工。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E02  成像 / 坏点 / 色彩测试  【人机配合·待核】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设备/工具：仪器或软件执行成像 / 坏点 / 色彩测试；测量、计算、烧录/校准不直接算作人工。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原第13页 · E03  自动对焦 / 变焦测试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设备/工具：仪器或软件执行自动对焦 / 变焦测试；测量、计算、烧录/校准不直接算作人工。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原第13页 · E04  快门 / 闪光 / 连拍检查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人工：典型人工：按配置测试快门、闪光灯、连拍和曝光动作。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原第14页 · E05  显示 / 取景 / 音频测试  【人机配合·待核】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人工：典型人工：核对产品/版本，装入治具、插接测试线，启动或触发测试，读取结果并隔离不良；全自动线需调整。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设备/工具：仪器或软件执行显示 / 取景 / 音频测试；测量、计算、烧录/校准不直接算作人工。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E06  防水 / 气密抽检（运动机型）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人工：典型人工：按产品要求检测机身密封和接口盖状态。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数码相机与运动相机制造流程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原第14页 · E07  外观、附件与包装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人工：典型人工：清洁镜头和机身，核对镜头盖、电池、线材及包装。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2870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2</cp:revision>
  <dcterms:created xsi:type="dcterms:W3CDTF">2026-10-23T08:01:00Z</dcterms:created>
  <dcterms:modified xsi:type="dcterms:W3CDTF">2026-10-23T08:33:37Z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B06531CCD1E341F084863BECBB0F2C24_13</vt:lpwstr>
  </property>
  <property fmtid="{D5CDD505-2E9C-101B-9397-08002B2CF9AE}" pid="3" name="KSOProductBuildVer">
    <vt:lpwstr>2052-12.1.0.29162</vt:lpwstr>
  </property>
</Properties>
</file>