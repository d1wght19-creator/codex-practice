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平板电脑制造流程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从大尺寸显示总成、主板到整机测试与包装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平板电脑生产流程总览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中框、后盖、支架及屏幕来料加工检验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显示 / 触控模组贴合与电池准备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PCBA：SMT、插件、板测和写号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主板、屏幕、电池及功能件整机装配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显示触控、通信、声学、防护测试与包装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中框与后盖来料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扫码核对型号和颜色，检查平面度、外观及螺孔、接口孔位。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结构件加工与去毛刺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设备加工支架、接口和定位面；人工装夹、取件并检查边缘毛刺。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结构件清洗与干燥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按表面要求清除油污和碎屑，干燥后转入贴合或装配工序。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表面处理与外观确认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依材料进行喷涂、阳极氧化或装饰处理，按样板核对颜色和划痕。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显示面板点亮检查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检查坏点、亮线、色斑和显示均匀性，记录面板批次。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触控模组功能检查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验证触控响应和连接器外观，确认模组版本与机型匹配。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屏幕贴合面清洁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贴合前清洁玻璃和面板，控制灰尘、指纹和异物。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电池包检查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核对型号、条码、电压和外观，确认保护板与连接器状态。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摄像头与声学部件备料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清点摄像头、扬声器、麦克风及按键小板，区分配置版本。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辅料与密封件备料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准备胶框、缓冲泡棉、导电材料和标签，检查离型膜。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显示与触控层贴合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设备完成模组贴合；操作员上下料并检查气泡、异物、偏位和压痕。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摄像头与扬声器子装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将摄像头、扬声器网罩等装入支架或小总成，检查定位与洁净。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中框胶框 / 缓冲件预装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按图纸贴胶框、泡棉与导电材料，确认连续性及开孔避让。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 上料与条码核对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按工单核对板号、版本和载具，扫码后流入印刷工位。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钢网印刷锡膏至焊盘，控制偏移、少锡和连锡风险。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SPI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设备检查锡膏体积、高度与位置，异常板按流程隔离。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元件贴装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贴片机安装处理器、存储、电源和无线通信器件。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设备按温度曲线完成焊接，避免虚焊或器件热损伤。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AOI 检查元件错件、漏件、偏移和焊点外观。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连接器与屏蔽件后装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安装板对板连接器、屏蔽罩等，按工艺焊接或机械固定。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板面清洁与人工复核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人工复核 AOI 报警、焊点和板面，清洁残留并标记异常。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边界扫描（适用）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治具连接测试点检查电气网络，失败板隔离至返修。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主板上电与接口检查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检查启动、电流和充电 / 显示等基础功能，保存结果。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固件下载与版本绑定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下载系统或板级固件，绑定主板条码与工单配置。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不良维修与复测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按不良码维修后重新执行相关测试，合格板放行。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主板防静电周转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扫码后放入防静电袋、托盘或周转箱，避免连接器受损。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上线备料和配置复核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核对处理器、内存、存储和主板版本，防止机型混料。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贴附导电与绝缘辅料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按图纸位置贴附导电泡棉、绝缘膜和缓冲材料。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主板安装与固定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主板对准定位结构并锁附，连接电源、显示与天线排线。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扬声器与摄像头安装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安装扬声器、摄像头和按键小板，检查接口是否完全插入。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安装电池与屏幕总成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固定电池、连接屏幕排线，将总成放入压合治具。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准备中框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清洁贴合面，核对机型、胶材与工装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锁附主板并绑定条码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连接功能排线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插接显示、触控、天线和按键线缆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安装扬声器与摄像头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按定位结构固定并检查线束避让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固定电池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扫码核对后装入电池并连接端子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贴合屏幕总成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按工艺压合或粘接并静置固化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安装后盖 / 支架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锁附后盖或支架，检查外观与缝隙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开机与充电测试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确认启动、电流、充电识别和电池信息正常。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屏幕与触控测试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测试显示均匀性、坏点、多点触控和边缘区域响应。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摄像头、音频与按键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检查前后摄像头、麦克风、扬声器、按键和传感器。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无线功能测试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 Wi-Fi、蓝牙及蜂窝通信（适用机型）。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 / 温升检查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执行充放电、休眠唤醒和温升项目，按规格判定。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气密 / 可靠性抽检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按产品防护要求执行气密、跌落或振动抽检。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外观与成品包装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擦拭、扫码核对序列号和附件，完成保护膜及装箱。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屏幕贴合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确认贴合方式、洁净要求、固化时间和不良判定标准。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板卡来源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 SMT 是否本厂完成？板级测试覆盖哪些项目？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配置防错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不同内存 / 存储 / 蜂窝版本怎样扫码校验？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触控、显示、通信、声学和电池项目的判定标准在哪里？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防护与包装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是否做气密 / 跌落抽检，包装辅料与附件清单是什么？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平板电脑制造流程：典型制造流程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移动 / 穿戴设备可靠性测试公开资料：news.samsung.com/global；PCBA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中框与后盖来料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人工：典型人工：扫码核对型号和颜色，检查平面度、外观及螺孔、接口孔位。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原第3页 · A02  结构件加工与去毛刺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人工：人工装夹、取件并检查边缘毛刺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A03  结构件清洗与干燥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人工：典型人工：检查毛刺/残留，手工修整或擦拭、上下料、取件及洁净复核；是否全自动需确认。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设备/工具：清洗、干燥或去毛刺可由专机完成，原文未明确方式。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A04  表面处理与外观确认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A05  显示面板点亮检查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设备/工具：仪器或软件执行显示面板点亮检查；测量、计算、烧录/校准不直接算作人工。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触控模组功能检查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人工：典型人工：验证触控响应和连接器外观，确认模组版本与机型匹配。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A07  屏幕贴合面清洁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电池包检查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人工：典型人工：核对型号、条码、电压和外观，确认保护板与连接器状态。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摄像头与声学部件备料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人工：典型人工：清点摄像头、扬声器、麦克风及按键小板，区分配置版本。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辅料与密封件备料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准备胶框、缓冲泡棉、导电材料和标签，检查离型膜。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原第6页 · B01  显示与触控层贴合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人工：操作员上下料并检查气泡、异物、偏位和压痕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摄像头与扬声器子装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人工：典型人工：将摄像头、扬声器网罩等装入支架或小总成，检查定位与洁净。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中框胶框 / 缓冲件预装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人工：典型人工：按图纸贴胶框、泡棉与导电材料，确认连续性及开孔避让。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PCB 上料与条码核对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人工：典型人工：按工单核对板号、版本和载具，扫码后流入印刷工位。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SPI 检查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设备/工具：设备执行SPI 检查，不得把自动检测或贴装本身标成人工。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SMT 元件贴装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元件贴装，不得把自动检测或贴装本身标成人工。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回流焊接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原第8页 · C06  AOI 检查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检查，不得把自动检测或贴装本身标成人工。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C07  连接器与屏蔽件后装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C08  板面清洁与人工复核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人工：人工复核 AOI 报警、焊点和板面，清洁残留并标记异常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C09  ICT / 边界扫描（适用）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人工：典型人工：治具连接测试点检查电气网络，失败板隔离至返修。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原第9页 · C10  主板上电与接口检查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人工：典型人工：检查启动、电流和充电 / 显示等基础功能，保存结果。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固件下载与版本绑定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设备/工具：仪器或软件执行固件下载与版本绑定；测量、计算、烧录/校准不直接算作人工。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不良维修与复测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C13  主板防静电周转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人工：典型人工：扫码后放入防静电袋、托盘或周转箱，避免连接器受损。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上线备料和配置复核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人工：典型人工：核对处理器、内存、存储和主板版本，防止机型混料。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贴附导电与绝缘辅料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人工：典型人工：按图纸位置贴附导电泡棉、绝缘膜和缓冲材料。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主板安装与固定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人工：典型人工：主板对准定位结构并锁附，连接电源、显示与天线排线。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扬声器与摄像头安装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人工：典型人工：安装扬声器、摄像头和按键小板，检查接口是否完全插入。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安装电池与屏幕总成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人工：典型人工：固定电池、连接屏幕排线，将总成放入压合治具。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准备中框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人工：典型人工：清洁贴合面，核对机型、胶材与工装。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安装主板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人工：典型人工：锁附主板并绑定条码。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连接功能排线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人工：典型人工：插接显示、触控、天线和按键线缆。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安装扬声器与摄像头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人工：典型人工：按定位结构固定并检查线束避让。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固定电池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人工：典型人工：扫码核对后装入电池并连接端子。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原第12页 · 装配06  贴合屏幕总成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安装后盖 / 支架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人工：典型人工：锁附后盖或支架，检查外观与缝隙。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E01  开机与充电测试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设备/工具：仪器或软件执行开机与充电测试；测量、计算、烧录/校准不直接算作人工。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屏幕与触控测试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设备/工具：仪器或软件执行屏幕与触控测试；测量、计算、烧录/校准不直接算作人工。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E03  摄像头、音频与按键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人工：典型人工：检查前后摄像头、麦克风、扬声器、按键和传感器。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无线功能测试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设备/工具：仪器或软件执行无线功能测试；测量、计算、烧录/校准不直接算作人工。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E05  电池 / 温升检查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人工：典型人工：执行充放电、休眠唤醒和温升项目，按规格判定。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E06  气密 / 可靠性抽检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人工：典型人工：摆放/装夹样品、连接负载、设置或选取程序、检查结果并隔离异常；外观/配件检查仍需单独确认。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设备/工具：老化、负载、寿命、跌落或运输模拟由相应设备执行；原文中的手工检查/包装与设备试验分开统计。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平板电脑制造流程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外观与成品包装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人工：典型人工：擦拭、扫码核对序列号和附件，完成保护膜及装箱。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2975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0BB51FBD408042D088E15FE0B54C32A6_13</vt:lpwstr>
  </property>
  <property fmtid="{D5CDD505-2E9C-101B-9397-08002B2CF9AE}" pid="3" name="KSOProductBuildVer">
    <vt:lpwstr>2052-12.1.0.29162</vt:lpwstr>
  </property>
</Properties>
</file>