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显示器与电视制造流程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从面板 / 背光模组到整机画质、功能测试与包装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显示器与电视生产流程总览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面板、背光、前框 / 后壳来料检验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显示模组、底座与音响子件准备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/ 电源板 SMT 与板级测试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面板、板卡、线束和后壳整机装配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画质、接口、音频、安全测试及包装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面板来料与条码核对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核对尺寸、型号和批次，检查破损、划伤与包装状态。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面板点亮筛查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在测试治具上检查坏点、亮线、色斑和亮度均匀性。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前框 / 后壳来料检查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检查外观、孔位、卡扣、螺柱和色差。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背光件检查（LCD）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核对灯条、导光板、扩散膜和反射片型号与洁净度。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屏幕保护与洁净管理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按洁净要求清洁面板和光学膜，避免灰尘、指纹和压痕。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底座 / 支架来料核验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核对尺寸、承重结构、螺丝和安装方向。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扬声器与按键板备料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按机型清点扬声器、遥控接收板、按键板和线束。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 / 电源板分类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扫码确认板卡版本、区域配置和电源规格。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导热与绝缘材料准备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配置导热片、绝缘垫和屏蔽材料。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包装防护件齐套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准备边角泡棉、屏幕保护膜、支架和外箱。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背光模组叠片（LCD）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按结构顺序叠装光学膜片，检查方向、异物和褶皱。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面板与中框定位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将面板放入中框定位工装，确认边缘间隙和受力均匀。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支架 / 扬声器预装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固定支架、扬声器和按键模块，检查线束与接口。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板卡上料与版本扫码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核对主板 / 电源板型号和区域版本，扫码绑定工单。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对焊盘印刷锡膏并检测体积和位置。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贴装处理器、存储、接口和电源控制器件。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通过回流焊形成焊点并记录炉温曲线。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焊后检查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检查元件错漏、偏移、极性和焊接外观。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大型连接器 / 通孔件后装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 HDMI、USB、电源和面板接口等器件并焊接。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焊点复核与清洁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人工复核异常点，清理指定残留并检查板面。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在线电测（适用）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使用测试治具检查板级网络、短路和关键电压。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电源板输出测试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测量输出电压、待机功耗及保护状态。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主板点亮与接口测试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验证启动、显示输出、遥控接收和基础接口。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 / 区域配置写入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按目的市场写入系统版本、区域和设备信息。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维修后复测与放行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维修板重新测试并标注状态，防止未放行板流入总装。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板卡保护包装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装入防静电袋或专用周转盘，避免接口碰伤。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上线齐套与机型复核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按屏幕尺寸、区域版本和配置将板卡配到工单。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粘贴导热 / 绝缘材料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按图纸在主板、电源板和后壳指定区域贴辅料。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安装主板与电源板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固定板卡并连接面板、背光和电源线束。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连接扬声器 / 按键板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接入左右声道、遥控接收和实体按键线。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安装后壳与底座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合壳锁附后安装底座或壁挂支架，检查间隙。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准备中框与治具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核对屏幕尺寸、工装和防护材料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放入面板 / 模组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定位面板并检查边缘、膜片和表面洁净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安装主板和电源板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锁附板卡并接好显示与背光接口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连接扬声器与按键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接入音频、遥控接收和实体控制线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安装后壳与散热件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整理线束后合上后壳并锁附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安装底座 / 支架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按机型固定底座或壁挂支架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贴标签与保护膜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绑定序列号，完成屏幕保护和外观初检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整机开机与画质检查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点亮屏幕检查坏点、亮线、色彩、灰阶和均匀性。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逐项测试 HDMI、USB、网口、音频和信号输入。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音频与遥控测试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检查扬声器、遥控器、按键和麦克风（适用）。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系统 / 网络测试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验证菜单、区域设置、Wi-Fi、蓝牙和软件版本。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电源安全与温升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按规范检查接地、功耗、待机状态和温升。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 / 支架检查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检查屏幕划伤、边框缝隙、底座稳定和附件。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包装与运输抽检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装入保护材料、附件和外箱，按标准抽测运输防护。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面板流程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面板来料点亮和整机画质检测分别由哪站负责？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LCD / OLED 分支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OLED 与 LCD 的模组工序需否拆为不同流程？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板卡边界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主板、电源板 SMT 和固件写入是否在本厂完成？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质量标准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坏点、亮度均匀性、色偏和安全测试标准在哪里？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包装与搬运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大尺寸面板搬运工装、真空吸附和外箱跌落规范是什么？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显示器与电视制造流程：典型制造流程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Dell 显示器自检说明：dell.com/support；PCBA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面板来料与条码核对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人工：典型人工：核对尺寸、型号和批次，检查破损、划伤与包装状态。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面板点亮筛查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设备/工具：仪器或软件执行面板点亮筛查；测量、计算、烧录/校准不直接算作人工。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前框 / 后壳来料检查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人工：典型人工：检查外观、孔位、卡扣、螺柱和色差。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背光件检查（LCD）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人工：典型人工：核对灯条、导光板、扩散膜和反射片型号与洁净度。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屏幕保护与洁净管理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人工：典型人工：按洁净要求清洁面板和光学膜，避免灰尘、指纹和压痕。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底座 / 支架来料核验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人工：典型人工：核对尺寸、承重结构、螺丝和安装方向。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扬声器与按键板备料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人工：典型人工：按机型清点扬声器、遥控接收板、按键板和线束。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主板 / 电源板分类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人工：典型人工：扫码确认板卡版本、区域配置和电源规格。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导热与绝缘材料准备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配置导热片、绝缘垫和屏蔽材料。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包装防护件齐套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人工：典型人工：准备边角泡棉、屏幕保护膜、支架和外箱。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背光模组叠片（LCD）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人工：典型人工：按结构顺序叠装光学膜片，检查方向、异物和褶皱。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面板与中框定位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人工：典型人工：将面板放入中框定位工装，确认边缘间隙和受力均匀。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支架 / 扬声器预装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人工：典型人工：固定支架、扬声器和按键模块，检查线束与接口。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板卡上料与版本扫码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人工：典型人工：核对主板 / 电源板型号和区域版本，扫码绑定工单。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贴片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贴片，不得把自动检测或贴装本身标成人工。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焊后检查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焊后检查，不得把自动检测或贴装本身标成人工。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大型连接器 / 通孔件后装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C07  焊点复核与清洁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人工：人工复核异常点，清理指定残留并检查板面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ICT / 在线电测（适用）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在线电测（适用）；测量、计算、烧录/校准不直接算作人工。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电源板输出测试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设备/工具：仪器或软件执行电源板输出测试；测量、计算、烧录/校准不直接算作人工。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主板点亮与接口测试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设备/工具：仪器或软件执行主板点亮与接口测试；测量、计算、烧录/校准不直接算作人工。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固件 / 区域配置写入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 / 区域配置写入；测量、计算、烧录/校准不直接算作人工。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维修后复测与放行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板卡保护包装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人工：典型人工：装入防静电袋或专用周转盘，避免接口碰伤。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上线齐套与机型复核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人工：典型人工：按屏幕尺寸、区域版本和配置将板卡配到工单。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粘贴导热 / 绝缘材料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人工：典型人工：按图纸在主板、电源板和后壳指定区域贴辅料。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安装主板与电源板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人工：典型人工：固定板卡并连接面板、背光和电源线束。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连接扬声器 / 按键板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人工：典型人工：接入左右声道、遥控接收和实体按键线。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安装后壳与底座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人工：典型人工：合壳锁附后安装底座或壁挂支架，检查间隙。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准备中框与治具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人工：典型人工：核对屏幕尺寸、工装和防护材料。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放入面板 / 模组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人工：典型人工：定位面板并检查边缘、膜片和表面洁净。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安装主板和电源板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人工：典型人工：锁附板卡并接好显示与背光接口。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连接扬声器与按键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人工：典型人工：接入音频、遥控接收和实体控制线。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安装后壳与散热件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人工：典型人工：整理线束后合上后壳并锁附。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安装底座 / 支架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人工：典型人工：按机型固定底座或壁挂支架。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贴标签与保护膜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人工：典型人工：绑定序列号，完成屏幕保护和外观初检。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E01  整机开机与画质检查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人工：典型人工：点亮屏幕检查坏点、亮线、色彩、灰阶和均匀性。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接口功能测试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设备/工具：仪器或软件执行接口功能测试；测量、计算、烧录/校准不直接算作人工。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音频与遥控测试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设备/工具：仪器或软件执行音频与遥控测试；测量、计算、烧录/校准不直接算作人工。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系统 / 网络测试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设备/工具：仪器或软件执行系统 / 网络测试；测量、计算、烧录/校准不直接算作人工。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E05  电源安全与温升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人工：典型人工：按规范检查接地、功耗、待机状态和温升。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外观 / 支架检查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人工：典型人工：检查屏幕划伤、边框缝隙、底座稳定和附件。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显示器与电视制造流程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E07  包装与运输抽检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2877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77E76FA5E6264BB98CB465FF960F1055_13</vt:lpwstr>
  </property>
  <property fmtid="{D5CDD505-2E9C-101B-9397-08002B2CF9AE}" pid="3" name="KSOProductBuildVer">
    <vt:lpwstr>2052-12.1.0.29162</vt:lpwstr>
  </property>
</Properties>
</file>