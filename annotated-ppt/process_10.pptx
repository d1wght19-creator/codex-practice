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键盘、鼠标与电脑外设制造流程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以键盘、鼠标、摄像头等常见外设为例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键盘、鼠标与电脑外设生产流程总览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塑胶壳体、键帽 / 轴体与传感器来料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键盘 / 鼠标 / 摄像头小模组预装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小板 SMT、固件烧录和板级测试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结构件、主板、线缆和功能件整机装配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按键、光学、无线、成像测试及包装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上下壳与外观件检查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核对颜色、版本、卡扣、螺柱和外观缺陷。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塑胶件去毛边与清洁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清除毛边、粉尘和脱模残留，保护光学及按压面。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键帽 / 轴体来料分类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按键位、布局、语言和颜色分类，防止版本混装。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鼠标滚轮 / 微动备料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核对左右微动、滚轮、编码器和支架规格。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光学传感器 / 镜头检查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检查传感器窗口、镜头洁净度和模组版本。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线材 / 接收器 / 电池备料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按型号准备 USB 线、无线接收器和电池。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脚垫 / 标签 / 泡棉备料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 BOM 配置脚垫、绝缘片、缓冲棉和铭牌。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摄像头支架 / 隐私盖检查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确认支架活动、镜头窗口和隐私盖位置。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背光 / LED 小件核对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检查灯珠、导光件和连接线方向。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附件与包装齐套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核对接收器、延长线、说明书和保护袋。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键盘轴体 / 薄膜子装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按键位装入轴体或薄膜组件，检查定位和手感。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鼠标滚轮 / 传感器子装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固定滚轮、微动和传感器，校验光学窗口位置。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摄像头镜头 / 支架子装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安装镜头、支架、麦克风和隐私盖组件。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小板上料与型号扫码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区分键盘、鼠标和摄像头板号，按工单上线。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对小焊盘印刷锡膏并检查位置。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元件贴装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安装控制器、无线器件、传感器和接口元件。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依炉温曲线完成焊接并记录批次。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检查元件方向、错漏件、偏移和焊点外观。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USB / 按键连接器后装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安装接口、排针或通孔件并完成焊接。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焊后外观检查与清洁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复核接口、焊点和板面状态。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板级电测 / ICT（适用）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检查供电、按键矩阵或基础电气网络。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固件烧录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写入键位布局、DPI 或摄像头控制固件。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传感器初测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验证鼠标光学传感器或摄像头图像输出。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无线配对测试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测试蓝牙 / 2.4 GHz 接收器识别和连接。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键盘矩阵测试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按工装扫描键位信号，检查漏键和错键。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维修后复测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异常板维修后重复相关项目并更新状态。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防静电托盘转运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将小板放入防静电周转盘，避免混料和损伤。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安装主板与开关件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将控制板、微动、编码器或键盘矩阵板固定到壳体。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安装传感器 / 镜头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对准鼠标光学窗口或摄像头镜头座并固定。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连接线材 / 电池 / 接收器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整理线束，按工艺安装电池或无线模块。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合壳并安装键帽 / 脚垫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锁附外壳，装键帽、脚垫和标签，做外观初检。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准备底壳与治具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核对产品型号、布局和左右件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安装控制板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 PCB 并连接线束 / 电池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安装功能部件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键盘装轴体；鼠标装滚轮；摄像头装镜头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连接无线 / USB 模块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确认接收器、天线和接口连接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合壳与锁附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控制螺丝顺序和外壳间隙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安装键帽 / 脚垫 / 支架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按版本贴装外观辅料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扫码并进入功能测试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绑定序列号、键位布局和无线配置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键盘全键扫描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检查全键响应、漏键、重复键和布局配置。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鼠标按键 / 滚轮 / 光学测试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检查左右键、滚轮、DPI 和光标跟踪。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摄像头图像 / 麦克风测试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检查画面、分辨率、对焦和麦克风输入（适用）。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有线 / 无线连接测试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 USB、蓝牙或 2.4 GHz 配对与休眠唤醒。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背光 / 按键 / 支架检查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核验灯效、按键手感、支架稳定和隐私盖。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外观与耐久抽检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检查划伤、脚垫、按键寿命或线材拉力项目。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附件与包装复核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核对接收器、线材、语言布局、标签和包装。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SKU 防错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键盘布局 / 语言、轴体和键帽版本如何防混料？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校准项目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鼠标 DPI、摄像头对焦或图像校正在哪道工序完成？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无线测试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蓝牙 / 2.4 GHz 是否逐台配对和测试？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测试覆盖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全键扫描、光学跟踪和摄像头画面是否自动判定？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返修追溯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更换主板、接收器或传感器后怎样重新绑定序列号？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键盘、鼠标与电脑外设制造流程：典型制造流程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Bluetooth SIG 认证流程信息：bluetooth.com/develop-with-bluetooth；PCBA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上下壳与外观件检查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人工：典型人工：核对颜色、版本、卡扣、螺柱和外观缺陷。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塑胶件去毛边与清洁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人工：典型人工：检查毛刺/残留，手工修整或擦拭、上下料、取件及洁净复核；是否全自动需确认。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设备/工具：清洗、干燥或去毛刺可由专机完成，原文未明确方式。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键帽 / 轴体来料分类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人工：典型人工：按键位、布局、语言和颜色分类，防止版本混装。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鼠标滚轮 / 微动备料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人工：典型人工：核对左右微动、滚轮、编码器和支架规格。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光学传感器 / 镜头检查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人工：典型人工：检查传感器窗口、镜头洁净度和模组版本。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线材 / 接收器 / 电池备料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人工：典型人工：按型号准备 USB 线、无线接收器和电池。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脚垫 / 标签 / 泡棉备料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 BOM 配置脚垫、绝缘片、缓冲棉和铭牌。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摄像头支架 / 隐私盖检查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人工：典型人工：确认支架活动、镜头窗口和隐私盖位置。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背光 / LED 小件核对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人工：典型人工：检查灯珠、导光件和连接线方向。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附件与包装齐套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人工：典型人工：核对接收器、延长线、说明书和保护袋。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键盘轴体 / 薄膜子装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人工：典型人工：按键位装入轴体或薄膜组件，检查定位和手感。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鼠标滚轮 / 传感器子装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人工：典型人工：固定滚轮、微动和传感器，校验光学窗口位置。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摄像头镜头 / 支架子装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人工：典型人工：安装镜头、支架、麦克风和隐私盖组件。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小板上料与型号扫码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人工：典型人工：区分键盘、鼠标和摄像头板号，按工单上线。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元件贴装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元件贴装，不得把自动检测或贴装本身标成人工。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USB / 按键连接器后装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焊后外观检查与清洁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人工：典型人工：复核接口、焊点和板面状态。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板级电测 / ICT（适用）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设备/工具：仪器或软件执行板级电测 / ICT（适用）；测量、计算、烧录/校准不直接算作人工。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固件烧录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设备/工具：仪器或软件执行固件烧录；测量、计算、烧录/校准不直接算作人工。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原第9页 · C10  传感器初测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人工：典型人工：验证鼠标光学传感器或摄像头图像输出。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无线配对测试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设备/工具：仪器或软件执行无线配对测试；测量、计算、烧录/校准不直接算作人工。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键盘矩阵测试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设备/工具：仪器或软件执行键盘矩阵测试；测量、计算、烧录/校准不直接算作人工。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原第10页 · C13  维修后复测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防静电托盘转运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人工：典型人工：将小板放入防静电周转盘，避免混料和损伤。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安装主板与开关件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人工：典型人工：将控制板、微动、编码器或键盘矩阵板固定到壳体。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安装传感器 / 镜头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人工：典型人工：对准鼠标光学窗口或摄像头镜头座并固定。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连接线材 / 电池 / 接收器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人工：典型人工：整理线束，按工艺安装电池或无线模块。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合壳并安装键帽 / 脚垫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人工：典型人工：锁附外壳，装键帽、脚垫和标签，做外观初检。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准备底壳与治具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人工：典型人工：核对产品型号、布局和左右件。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安装控制板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 PCB 并连接线束 / 电池。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安装功能部件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人工：典型人工：键盘装轴体；鼠标装滚轮；摄像头装镜头。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连接无线 / USB 模块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人工：典型人工：确认接收器、天线和接口连接。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合壳与锁附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人工：典型人工：控制螺丝顺序和外壳间隙。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安装键帽 / 脚垫 / 支架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人工：典型人工：按版本贴装外观辅料。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装配07  扫码并进入功能测试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设备/工具：仪器或软件执行扫码并进入功能测试；测量、计算、烧录/校准不直接算作人工。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E01  键盘全键扫描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人工：典型人工：检查全键响应、漏键、重复键和布局配置。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鼠标按键 / 滚轮 / 光学测试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设备/工具：仪器或软件执行鼠标按键 / 滚轮 / 光学测试；测量、计算、烧录/校准不直接算作人工。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摄像头图像 / 麦克风测试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设备/工具：仪器或软件执行摄像头图像 / 麦克风测试；测量、计算、烧录/校准不直接算作人工。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E04  有线 / 无线连接测试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设备/工具：仪器或软件执行有线 / 无线连接测试；测量、计算、烧录/校准不直接算作人工。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E05  背光 / 按键 / 支架检查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人工：典型人工：核验灯效、按键手感、支架稳定和隐私盖。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E06  外观与耐久抽检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人工：典型人工：摆放/装夹样品、连接负载、设置或选取程序、检查结果并隔离异常；外观/配件检查仍需单独确认。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设备/工具：老化、负载、寿命、跌落或运输模拟由相应设备执行；原文中的手工检查/包装与设备试验分开统计。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键盘鼠标与电脑外设制造流程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附件与包装复核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人工：典型人工：核对接收器、线材、语言布局、标签和包装。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2888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EAFD6EED655D446687A19590C0FDA3BB_13</vt:lpwstr>
  </property>
  <property fmtid="{D5CDD505-2E9C-101B-9397-08002B2CF9AE}" pid="3" name="KSOProductBuildVer">
    <vt:lpwstr>2052-12.1.0.29162</vt:lpwstr>
  </property>
</Properties>
</file>