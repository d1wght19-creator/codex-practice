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智能穿戴设备制造流程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以智能手表 / 手环为例的微型装配与可靠性测试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智能穿戴设备生产流程总览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表壳、屏幕、背盖与密封件来料处理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传感器、主板、电池与光学窗子件准备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微型 PCBA：SMT、板测和传感器校准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屏幕、主板、电池、背盖整机装配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充电、蓝牙、传感器、防护与包装测试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表壳与背盖来料检查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扫码核对型号、颜色和批次，检查外观、槽位和螺纹。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表壳加工与清洁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按结构加工按键孔、充电触点或密封槽，清除加工残屑。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表面处理与外观检查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按材料完成喷涂或金属表面处理，检查色差、划伤和毛刺。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屏幕模组点亮检查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测试显示、触控、亮点和外观，记录模组编码。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电池与柔性板来料核验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检查电池型号、电压、FPC 折痕和连接器。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光学传感器窗口清洁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清洁背盖透光窗口，检查划伤、污染和遮挡。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振子 / 麦克风 / 扬声器备料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核对器件型号、极性和定位方向。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密封圈与胶材备料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按机型准备密封圈、背胶和防尘网，确认批次与保质期。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表带 / 充电触点检查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检查表带扣合、充电触点高度和磁吸方向。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微小辅料齐套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准备泡棉、绝缘片、胶带和标签，防止漏装。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传感器 / 背盖子装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将传感器窗口、透明件和密封件装入背盖，保持光学面洁净。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按键 / 旋钮子装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安装侧键、旋钮和密封结构，检查回弹与转动。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屏幕与中框贴合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压合或粘接屏幕总成，检查偏位、气泡和外观。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微型 PCB 上料扫码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核对主板版本和载具，防止不同型号小板混料。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精密锡膏印刷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按钢网规格印刷微小焊盘，重点检查偏印和少锡。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SPI 印刷检查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检查锡膏体积和位置，异常板隔离。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高密度 SMT 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贴装处理器、存储、电源和无线器件。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按炉温曲线焊接，记录批次和工艺条件。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/ 显微检查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检查元件方向、偏移和细间距焊点。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屏蔽罩 / 连接器后装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安装屏蔽件、充电触点和板对板连接器。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焊后清洁与外观复核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检查焊点、板面残留和 FPC 连接器卡扣。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小板电测（适用）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治具测试电气网络和关键电压，异常板进入维修。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板级上电测试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测试启动、电流、充电和基础无线功能。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传感器校准数据写入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按流程校准传感器零点并绑定主板 / 整机序列号。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固件下载与版本确认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写入固件并核对机型版本和无线配置。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不良维修复测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按失效代码维修后复测，确保校准数据有效。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防静电盘转运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使用小型防静电托盘保护主板和连接器。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贴附绝缘与导热材料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依图纸贴附绝缘膜、导热垫和导电泡棉。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 FPC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对准定位后固定主板，连接屏幕、传感器和电池 FPC。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安装电池与振子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固定电池、振子和扬声器，检查线缆无夹伤。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装配背盖与密封结构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按规范压合背盖并检查密封圈连续性。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清洁中框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确认密封槽、胶材和洁净度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安装传感器子件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固定光学件、充电触点和侧键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装入主板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锁附主板并连接天线 / FPC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安装电池与振子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按顺序固定电池、振子和扬声器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连接屏幕排线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插接 FPC 并确认锁扣到位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贴合背盖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按参数压合或粘接并静置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安装表带并扫码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确认表带型号、机身码与工单一致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开机 / 充电 / 电流测试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检查启动、电流、充电触点和电池识别。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显示与触控测试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检查屏幕坏点、亮度、触控区域和侧键。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蓝牙与配对测试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连接手机或测试主机，验证配对、断连和重连。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传感器功能测试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执行加速度、陀螺仪、光学传感器等项目及校准验证。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声学 / 振动测试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检查麦克风、扬声器、振动和旋钮操作。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气密 / 防护检查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按型号进行气密或防水测试，记录压力与结果。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 / 表带 / 包装检查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检查背盖窗口、表带扣合、标签、配件和包装。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洁净与贴合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屏幕 / 光学窗口洁净要求和不良标准是什么？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传感器校准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哪些传感器需逐台校准，数据绑定到哪个序列号？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防护测试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气密或防水测试方法、压力参数与抽检比例是什么？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电池与充电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电池电压、充电效率和异常品隔离规则是什么？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板卡与版本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主板是否厂内 SMT，机型 / 表带版本怎样防混料？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智能穿戴设备制造流程：典型制造流程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Samsung 移动与穿戴设备可靠性测试公开资料：news.samsung.com/global；PCBA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表壳与背盖来料检查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人工：典型人工：扫码核对型号、颜色和批次，检查外观、槽位和螺纹。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A02  表壳加工与清洁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A03  表面处理与外观检查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A04  屏幕模组点亮检查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设备/工具：仪器或软件执行屏幕模组点亮检查；测量、计算、烧录/校准不直接算作人工。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电池与柔性板来料核验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人工：典型人工：检查电池型号、电压、FPC 折痕和连接器。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光学传感器窗口清洁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人工：典型人工：清洁背盖透光窗口，检查划伤、污染和遮挡。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振子 / 麦克风 / 扬声器备料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人工：典型人工：核对器件型号、极性和定位方向。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密封圈与胶材备料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人工：典型人工：按机型准备密封圈、背胶和防尘网，确认批次与保质期。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表带 / 充电触点检查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人工：典型人工：检查表带扣合、充电触点高度和磁吸方向。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微小辅料齐套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准备泡棉、绝缘片、胶带和标签，防止漏装。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传感器 / 背盖子装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人工：典型人工：将传感器窗口、透明件和密封件装入背盖，保持光学面洁净。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按键 / 旋钮子装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人工：典型人工：安装侧键、旋钮和密封结构，检查回弹与转动。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原第6页 · B03  屏幕与中框贴合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微型 PCB 上料扫码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人工：典型人工：核对主板版本和载具，防止不同型号小板混料。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精密锡膏印刷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设备/工具：设备执行精密锡膏印刷，不得把自动检测或贴装本身标成人工。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SPI 印刷检查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设备/工具：设备执行SPI 印刷检查，不得把自动检测或贴装本身标成人工。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高密度 SMT 贴装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设备/工具：设备执行高密度 SMT 贴装，不得把自动检测或贴装本身标成人工。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回流焊接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原第8页 · C06  AOI / 显微检查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/ 显微检查，不得把自动检测或贴装本身标成人工。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C07  屏蔽罩 / 连接器后装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C08  焊后清洁与外观复核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人工：典型人工：检查焊点、板面残留和 FPC 连接器卡扣。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ICT / 小板电测（适用）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设备/工具：仪器或软件执行ICT / 小板电测（适用）；测量、计算、烧录/校准不直接算作人工。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板级上电测试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设备/工具：仪器或软件执行板级上电测试；测量、计算、烧录/校准不直接算作人工。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传感器校准数据写入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设备/工具：仪器或软件执行传感器校准数据写入；测量、计算、烧录/校准不直接算作人工。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固件下载与版本确认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设备/工具：仪器或软件执行固件下载与版本确认；测量、计算、烧录/校准不直接算作人工。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原第10页 · C13  不良维修复测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防静电盘转运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人工：典型人工：使用小型防静电托盘保护主板和连接器。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贴附绝缘与导热材料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人工：典型人工：依图纸贴附绝缘膜、导热垫和导电泡棉。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安装主板与 FPC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人工：典型人工：对准定位后固定主板，连接屏幕、传感器和电池 FPC。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安装电池与振子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人工：典型人工：固定电池、振子和扬声器，检查线缆无夹伤。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装配背盖与密封结构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人工：典型人工：按规范压合背盖并检查密封圈连续性。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清洁中框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人工：典型人工：确认密封槽、胶材和洁净度。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安装传感器子件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人工：典型人工：固定光学件、充电触点和侧键。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装入主板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人工：典型人工：锁附主板并连接天线 / FPC。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安装电池与振子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人工：典型人工：按顺序固定电池、振子和扬声器。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连接屏幕排线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人工：典型人工：插接 FPC 并确认锁扣到位。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原第12页 · 装配06  贴合背盖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安装表带并扫码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人工：典型人工：确认表带型号、机身码与工单一致。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E01  开机 / 充电 / 电流测试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设备/工具：仪器或软件执行开机 / 充电 / 电流测试；测量、计算、烧录/校准不直接算作人工。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显示与触控测试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设备/工具：仪器或软件执行显示与触控测试；测量、计算、烧录/校准不直接算作人工。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蓝牙与配对测试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设备/工具：仪器或软件执行蓝牙与配对测试；测量、计算、烧录/校准不直接算作人工。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传感器功能测试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设备/工具：仪器或软件执行传感器功能测试；测量、计算、烧录/校准不直接算作人工。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声学 / 振动测试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设备/工具：仪器或软件执行声学 / 振动测试；测量、计算、烧录/校准不直接算作人工。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E06  气密 / 防护检查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人工：典型人工：按型号进行气密或防水测试，记录压力与结果。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智能穿戴设备制造流程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外观 / 表带 / 包装检查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人工：典型人工：检查背盖窗口、表带扣合、标签、配件和包装。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2863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99A6D1DB81AF4B34BC1CAF50033401B3_13</vt:lpwstr>
  </property>
  <property fmtid="{D5CDD505-2E9C-101B-9397-08002B2CF9AE}" pid="3" name="KSOProductBuildVer">
    <vt:lpwstr>2052-12.1.0.29162</vt:lpwstr>
  </property>
</Properties>
</file>