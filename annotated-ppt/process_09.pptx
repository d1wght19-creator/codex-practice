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路由器与网络设备制造流程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从主板、射频组件与外壳到整机网络测试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路由器与网络设备生产流程总览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外壳、天线、散热件与接口组件准备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/ 射频板 / 电源板子件处理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SMT、板测、固件与 MAC 数据写入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主板、天线、散热和外壳整机装配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端口、射频、吞吐、老化及包装测试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外壳与散热件来料检查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核对型号、孔位和散热片尺寸，检查外观及变形。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外壳加工与清洁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按结构加工接口孔、天线座和散热面，去除毛刺和残屑。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表面处理与标识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完成喷涂、镭雕或标签准备，核对型号与合规标识。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天线与同轴线检查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核对频段、天线数量、接头和线缆长度。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网口 / SFP 连接器备料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按机型准备 RJ45、光口或 PoE 相关接口件。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电源适配器来料检查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核验电压、电流、插头规格、标签和外观。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风扇 / 导热材料备料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准备风扇、导热垫和散热片，核对厚度和位置。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按键 / LED 导光件准备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清点复位键、指示灯板和导光件。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线缆与支架备料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配置电源线、固定支架、脚垫和标签。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MAC / SN 数据准备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按工单领取唯一标识数据，防止重复写入或错绑。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天线底座与外壳子装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固定天线座或外置天线支架，检查转动与连接。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接口与屏蔽件预装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安装接口屏蔽罩、导光件和按键件，确认位置。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散热与风扇子装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安装散热片、导热垫和风扇，检查风道方向。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板卡扫码与区域版本核对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核对硬件版本、频段区域和板号后上线。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印刷锡膏并检查体积与位置，避免细间距连锡。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贴装处理器、存储、射频、电源和网络控制元件。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按温度曲线完成焊接并记录批次。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X-ray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AOI 检查常规元件；BGA 等按工艺执行 X-ray。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屏蔽罩 / 网络接口后装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安装屏蔽罩、网口连接器和电源接口。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焊后清洁与目检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检查焊点、接口和板面，人工复核异常。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板级电测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治具测试电源网络、短路和关键电气参数。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固件与启动加载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下载引导程序和系统固件，核对硬件版本。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MAC / SN 写入绑定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写入唯一 MAC 和序列号并与主板条码关联。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射频校准 / 屏蔽测试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在规定测试环境检查无线链路并写入校准数据。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网口 / PoE 板测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测试链路、协商速率及 PoE 输出（适用）。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异常维修与复测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按失效码维修，重测射频、接口及启动功能。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主板防静电包装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使用防静电托盘转运，保护天线接口与连接器。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粘贴导热垫与固定片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按板卡版本贴附导热材料和绝缘件，确认位置。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安装主板与接口件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固定主板、网口组件和电源接口，检查螺丝。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连接天线馈线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按编号连接同轴线，避免交叉、夹压或接头松脱。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安装风扇与外壳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连接风扇 / LED / 按键后合壳，检查外观和通风孔。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准备底壳与屏蔽件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清洁定位面并核对硬件版本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锁附主板和接口组件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安装散热片 / 风扇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贴导热垫并确认风道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连接天线馈线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按编号接入并确认卡扣到位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连接按键 / LED / 电源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整理线束并检查接口方向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合上外壳并贴标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扫码绑定 MAC / SN 后封装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装适配器与附件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按地区版本放入电源和说明书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上电与固件启动测试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检查启动、系统版本、复位和恢复功能。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网口 / 光口测试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逐口测试链路、协商速率、吞吐或光模块识别。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Wi-Fi 射频测试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在屏蔽环境检查频段、发射功率、接收灵敏度和校准。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网络功能测试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检查路由、DHCP、管理界面、重启和配置保存。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PoE / USB 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 PoE 输出或 USB 接口（依产品配置）。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老化与温升检查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按规范运行负载和老化测试，监控温度及稳定性。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MAC / 标签 / 包装复核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扫码校验唯一地址，核对适配器区域版本及附件。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射频环境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射频测试是否使用屏蔽箱，校准数据怎样回写？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唯一编码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MAC、SN 与整机箱标如何校验，返修后是否重绑定？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端口范围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网口、SFP、PoE 和 USB 的全检范围是什么？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老化规则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老化时间、并测数量和失效后隔离方式是什么？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硬件版本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不同区域频段、天线数和固件版本如何防止混装？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路由器与网络设备制造流程：典型制造流程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FCC 射频设备授权信息：fcc.gov/oet/ea/rfdevice；PCBA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外壳与散热件来料检查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人工：典型人工：核对型号、孔位和散热片尺寸，检查外观及变形。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外壳加工与清洁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A03  表面处理与标识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天线与同轴线检查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人工：典型人工：核对频段、天线数量、接头和线缆长度。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网口 / SFP 连接器备料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人工：典型人工：按机型准备 RJ45、光口或 PoE 相关接口件。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电源适配器来料检查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人工：典型人工：核验电压、电流、插头规格、标签和外观。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风扇 / 导热材料备料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人工：典型人工：准备风扇、导热垫和散热片，核对厚度和位置。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按键 / LED 导光件准备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人工：典型人工：清点复位键、指示灯板和导光件。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线缆与支架备料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配置电源线、固定支架、脚垫和标签。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MAC / SN 数据准备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人工：典型人工：按工单领取唯一标识数据，防止重复写入或错绑。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天线底座与外壳子装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人工：典型人工：固定天线座或外置天线支架，检查转动与连接。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接口与屏蔽件预装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人工：典型人工：安装接口屏蔽罩、导光件和按键件，确认位置。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散热与风扇子装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人工：典型人工：安装散热片、导热垫和风扇，检查风道方向。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板卡扫码与区域版本核对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人工：典型人工：核对硬件版本、频段区域和板号后上线。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贴装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贴装，不得把自动检测或贴装本身标成人工。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/ X-ray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X-ray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屏蔽罩 / 网络接口后装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C07  焊后清洁与目检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人工：检查焊点、接口和板面，人工复核异常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ICT / 板级电测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板级电测；测量、计算、烧录/校准不直接算作人工。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C09  固件与启动加载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人工：典型人工：下载引导程序和系统固件，核对硬件版本。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MAC / SN 写入绑定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设备/工具：仪器或软件执行MAC / SN 写入绑定；测量、计算、烧录/校准不直接算作人工。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射频校准 / 屏蔽测试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设备/工具：仪器或软件执行射频校准 / 屏蔽测试；测量、计算、烧录/校准不直接算作人工。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网口 / PoE 板测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设备/工具：仪器或软件执行网口 / PoE 板测；测量、计算、烧录/校准不直接算作人工。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C13  异常维修与复测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主板防静电包装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人工：典型人工：使用防静电托盘转运，保护天线接口与连接器。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粘贴导热垫与固定片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人工：典型人工：按板卡版本贴附导热材料和绝缘件，确认位置。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安装主板与接口件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人工：典型人工：固定主板、网口组件和电源接口，检查螺丝。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连接天线馈线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人工：典型人工：按编号连接同轴线，避免交叉、夹压或接头松脱。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安装风扇与外壳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人工：典型人工：连接风扇 / LED / 按键后合壳，检查外观和通风孔。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准备底壳与屏蔽件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人工：典型人工：清洁定位面并核对硬件版本。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装入主板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人工：典型人工：锁附主板和接口组件。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安装散热片 / 风扇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人工：典型人工：贴导热垫并确认风道。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连接天线馈线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人工：典型人工：按编号接入并确认卡扣到位。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连接按键 / LED / 电源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人工：典型人工：整理线束并检查接口方向。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合上外壳并贴标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人工：典型人工：扫码绑定 MAC / SN 后封装。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装适配器与附件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人工：典型人工：按地区版本放入电源和说明书。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上电与固件启动测试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设备/工具：仪器或软件执行上电与固件启动测试；测量、计算、烧录/校准不直接算作人工。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网口 / 光口测试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设备/工具：仪器或软件执行网口 / 光口测试；测量、计算、烧录/校准不直接算作人工。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Wi-Fi 射频测试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设备/工具：仪器或软件执行Wi-Fi 射频测试；测量、计算、烧录/校准不直接算作人工。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网络功能测试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设备/工具：仪器或软件执行网络功能测试；测量、计算、烧录/校准不直接算作人工。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PoE / USB 功能测试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设备/工具：仪器或软件执行PoE / USB 功能测试；测量、计算、烧录/校准不直接算作人工。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E06  老化与温升检查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路由器与网络设备制造流程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MAC / 标签 / 包装复核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人工：典型人工：扫码校验唯一地址，核对适配器区域版本及附件。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3CC03B2700F647ECA42C2086F24A3DCD_13</vt:lpwstr>
  </property>
  <property fmtid="{D5CDD505-2E9C-101B-9397-08002B2CF9AE}" pid="3" name="KSOProductBuildVer">
    <vt:lpwstr>2052-12.1.0.29162</vt:lpwstr>
  </property>
</Properties>
</file>