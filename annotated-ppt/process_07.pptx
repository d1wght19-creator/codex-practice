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TWS 耳机制造流程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从左右耳微型声学装配到充电盒、配对与声学测试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TWS 耳机生产流程总览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耳机壳体、声学单元和电池来料检验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耳机 / 充电盒主板与声学模组子装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微型 PCBA：SMT、板测与左右耳绑定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左右耳和充电盒整机装配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声学、蓝牙、充电、配对测试与包装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耳机壳体来料检查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核对左右耳、颜色和版本，检查外观、卡扣和声学孔。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充电盒壳体 / 铰链检查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检查盒体缝隙、铰链回弹、磁铁和充电触点。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扬声器单元检查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测试阻抗、极性和外观，记录单元批次。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麦克风 / 防尘网检查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核对麦克风孔位、防尘网和声学通道洁净度。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电池来料与电压测量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核对耳机和充电盒电池型号、电压、极性和外观。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天线与柔性板检查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检查小型天线、FPC、连接器和折弯部位。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硅胶耳帽与附件备料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按规格准备左右耳帽、充电线和备用配件。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磁铁与充电触点备料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核验极性、方向及触点表面状态。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胶材 / 声学网罩准备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 BOM 准备密封胶、网罩、泡棉和防尘件。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左右耳与盒体分组扫码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对左右耳、充电盒和电池批次建档，避免配对错组。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扬声器 / 麦克风预装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将声学单元放入壳体定位槽，连接导线并检查密封。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左右耳主板子装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固定主板、天线和 FPC，核对左右耳版本。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充电盒触点子装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装入触点、电池和盒体小板，检查磁吸与开合。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小板上料与二维码绑定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区分左右耳和充电盒板号，扫码进入对应工单。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微细锡膏印刷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控制小焊盘印刷量和位置，避免连锡。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SPI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设备检查焊膏体积与偏移，异常板隔离。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元件贴装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贴装蓝牙 SoC、电源、射频和被动器件。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按小板温度曲线完成焊接并记录批次。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/ 显微焊点检查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检查错件、偏移、极性和焊接外观。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连接器 / 屏蔽件后装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装配天线接点、充电触点或屏蔽件并检查固定。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焊后清洁与人工复核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检查板面、触点和微型连接器锁扣状态。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板级电测（适用）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治具检查电源网络、短路和基本电流。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固件烧录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写入左右耳或充电盒对应固件版本。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左右耳身份配对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绑定左右耳 ID 和充电盒 ID，防止错配。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声学板测 / 初测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连接测试治具执行扬声器和麦克风基础检查。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返修与配对复测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返修后重新执行固件、身份和声学项目。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小板保护与周转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使用防静电小托盘转运，避免触点污染和板件混淆。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安装扬声器与麦克风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按左右耳方向安装声学单元并连接引线。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主板固定与天线连接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放入主板并连接天线，确认无线区域无遮挡。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电池固定与焊接 / 插接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按产品工艺固定电池并连接端子，检查极性。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合壳与胶封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设备或人工完成合壳、点胶或超声焊接，检查溢胶。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备好左右耳壳体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分左右耳扫码并检查声学孔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安装扬声器 / 麦克风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放入单元并连接导线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固定主板与天线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核对方向、版本和无线位置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装入电池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固定电池并连接电源端子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合壳与密封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按工艺点胶、压合或焊接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装入充电盒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安装盒体板卡、电池和触点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配对、装耳帽与装盒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绑定左右耳和充电盒后进入测试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左右耳声学测试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测试频响、灵敏度、失真和左右一致性。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麦克风 / 通话测试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检查收音、通话和降噪功能（适用机型）。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蓝牙连接与按键测试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检查配对、重连、触控 / 按键和无线稳定性。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耳机与充电盒充电测试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检查触点接触、充放电、电量显示和温升。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入盒 / 开盖逻辑测试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验证入盒断连、开盖连接及左右耳状态识别。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外观与附件复核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检查壳体、耳帽、触点和充电盒缝隙。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包装与配件清点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核对耳帽规格、充电线、说明书和标签后封装。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配对追溯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左右耳与充电盒 ID 的绑定、解绑和返修流程是什么？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声学判定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声学测试治具、频响标准、密封条件和全检比例是什么？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电池工序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电池采用焊接还是插接，保护和异常隔离如何执行？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结构工艺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合壳、点胶或超声焊的正式工艺名称与参数是什么？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小件供料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耳机、充电盒和左右耳料盘如何防错与补料？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TWS 耳机制造流程：典型制造流程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Bluetooth SIG 认证流程信息：bluetooth.com/develop-with-bluetooth；PCBA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耳机壳体来料检查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人工：典型人工：核对左右耳、颜色和版本，检查外观、卡扣和声学孔。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A02  充电盒壳体 / 铰链检查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人工：典型人工：检查盒体缝隙、铰链回弹、磁铁和充电触点。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A03  扬声器单元检查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人工：典型人工：测试阻抗、极性和外观，记录单元批次。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A04  麦克风 / 防尘网检查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人工：典型人工：核对麦克风孔位、防尘网和声学通道洁净度。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原第4页 · A05  电池来料与电压测量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设备/工具：仪器或软件执行电池来料与电压测量；测量、计算、烧录/校准不直接算作人工。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A06  天线与柔性板检查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人工：典型人工：检查小型天线、FPC、连接器和折弯部位。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硅胶耳帽与附件备料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人工：典型人工：按规格准备左右耳帽、充电线和备用配件。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磁铁与充电触点备料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人工：典型人工：核验极性、方向及触点表面状态。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胶材 / 声学网罩准备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 BOM 准备密封胶、网罩、泡棉和防尘件。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左右耳与盒体分组扫码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人工：典型人工：对左右耳、充电盒和电池批次建档，避免配对错组。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B01  扬声器 / 麦克风预装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人工：典型人工：将声学单元放入壳体定位槽，连接导线并检查密封。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左右耳主板子装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人工：典型人工：固定主板、天线和 FPC，核对左右耳版本。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充电盒触点子装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人工：典型人工：装入触点、电池和盒体小板，检查磁吸与开合。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小板上料与二维码绑定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人工：典型人工：区分左右耳和充电盒板号，扫码进入对应工单。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微细锡膏印刷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设备/工具：设备执行微细锡膏印刷，不得把自动检测或贴装本身标成人工。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SPI 检查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设备/工具：设备执行SPI 检查，不得把自动检测或贴装本身标成人工。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SMT 元件贴装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元件贴装，不得把自动检测或贴装本身标成人工。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回流焊接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原第8页 · C06  AOI / 显微焊点检查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/ 显微焊点检查，不得把自动检测或贴装本身标成人工。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C07  连接器 / 屏蔽件后装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原第8页 · C08  焊后清洁与人工复核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人工：检查板面、触点和微型连接器锁扣状态。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C09  板级电测（适用）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设备/工具：仪器或软件执行板级电测（适用）；测量、计算、烧录/校准不直接算作人工。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C10  固件烧录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设备/工具：仪器或软件执行固件烧录；测量、计算、烧录/校准不直接算作人工。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左右耳身份配对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设备/工具：仪器或软件执行左右耳身份配对；测量、计算、烧录/校准不直接算作人工。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C12  声学板测 / 初测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设备/工具：仪器或软件执行声学板测 / 初测；测量、计算、烧录/校准不直接算作人工。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原第10页 · C13  返修与配对复测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小板保护与周转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人工：典型人工：使用防静电小托盘转运，避免触点污染和板件混淆。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安装扬声器与麦克风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人工：典型人工：按左右耳方向安装声学单元并连接引线。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主板固定与天线连接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人工：典型人工：放入主板并连接天线，确认无线区域无遮挡。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原第11页 · D03  电池固定与焊接 / 插接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原第11页 · D04  合壳与胶封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人工：原文列出人工/设备两种可能。若采用人工：设备或人工完成合壳、点胶或超声焊接，检查溢胶；具体人工范围待现场确认。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设备/工具：原文允许设备或专机替代，不能认定现场一定有人工作业。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备好左右耳壳体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人工：典型人工：分左右耳扫码并检查声学孔。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安装扬声器 / 麦克风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人工：典型人工：放入单元并连接导线。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固定主板与天线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人工：典型人工：核对方向、版本和无线位置。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装入电池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人工：典型人工：固定电池并连接电源端子。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合壳与密封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人工：典型人工：按工艺点胶、压合或焊接。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装入充电盒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人工：典型人工：安装盒体板卡、电池和触点。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原第12页 · 装配07  配对、装耳帽与装盒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设备/工具：仪器或软件执行配对、装耳帽与装盒；测量、计算、烧录/校准不直接算作人工。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E01  左右耳声学测试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设备/工具：仪器或软件执行左右耳声学测试；测量、计算、烧录/校准不直接算作人工。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麦克风 / 通话测试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设备/工具：仪器或软件执行麦克风 / 通话测试；测量、计算、烧录/校准不直接算作人工。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蓝牙连接与按键测试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设备/工具：仪器或软件执行蓝牙连接与按键测试；测量、计算、烧录/校准不直接算作人工。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耳机与充电盒充电测试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设备/工具：仪器或软件执行耳机与充电盒充电测试；测量、计算、烧录/校准不直接算作人工。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E05  入盒 / 开盖逻辑测试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设备/工具：仪器或软件执行入盒 / 开盖逻辑测试；测量、计算、烧录/校准不直接算作人工。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E06  外观与附件复核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人工：典型人工：检查壳体、耳帽、触点和充电盒缝隙。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TWS耳机制造流程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包装与配件清点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人工：典型人工：核对耳帽规格、充电线、说明书和标签后封装。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2813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A79014D2204F4BEC8321EB8B26DB1F3C_13</vt:lpwstr>
  </property>
  <property fmtid="{D5CDD505-2E9C-101B-9397-08002B2CF9AE}" pid="3" name="KSOProductBuildVer">
    <vt:lpwstr>2052-12.1.0.29162</vt:lpwstr>
  </property>
</Properties>
</file>