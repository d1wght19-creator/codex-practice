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台式机与一体机制造流程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模块化主机与一体式整机的装配流程对照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台式机与一体机生产流程总览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机箱 / 显示总成、支架与电源来料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主板、电源板、散热及显示子件准备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PCBA：SMT、板测与配置烧录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机箱或一体机整机装配与布线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开机、接口、温升、显示测试与包装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机箱 / 一体机外壳来料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核对机型、颜色和孔位，检查变形、划伤及喷涂缺陷。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钣金 / 塑料结构加工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按结构完成冲孔、折弯、注塑或切削；人工装夹和首件核对。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去毛刺与清洁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清理切边毛刺、金属屑和油污，避免损伤线束或板卡。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表面处理与标识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完成喷涂、丝印或铭牌工序，核对色差及标识位置。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电源单元来料检查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核对功率、接口、标签和安全外观，按工单分类。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显示模组点亮筛查（AIO）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检查坏点、亮度、色偏及屏幕外观，记录模组编号。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支架 / 底座装配备料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核对支架、底座、铰链和固定件，检查安装孔位。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风扇 / 散热器备料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准备风扇、散热片、导热垫和风道件，检查型号。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存储与内存备料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按工单备齐内存、SSD / HDD 与固定件，核对容量配置。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线束与前置 I/O 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清点前面板线、USB / 音频小板及电源线束。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机箱前置 I/O 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安装按键、指示灯、接口小板与线束并检查插接。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一体机显示支架子装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安装铰链或支架，检查支撑稳定、开合角度和线缆通道。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散热与风道子装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固定风扇、导风罩和散热器，确保风道无阻挡。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 上料与板号核对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按机型和板卡版本扫码，装入载具后进入印刷工位。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锡膏印刷与 SPI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印刷锡膏后检查体积、高度和位置偏差。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贴片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贴装处理器供电、接口、音频和无线等元器件。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按炉温曲线完成焊接并保存过程记录。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自动检查元件错漏、偏移和焊接外观，异常板复核。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通孔件 / 大型连接器后装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依设计安装插槽、连接器及电源接口，按工艺焊接。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焊后检查与清洁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检查焊点、接口和板面，清除规定范围内残留物。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边界扫描（适用）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用测试治具验证板级网络连接，异常板隔离。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BIOS / 固件写入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写入 BIOS / EC 及产品版本数据，记录板号。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板级开机测试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检查启动、电流、内存识别、显示输出和基本接口。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电源板输出测试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测量规定电压输出和保护功能，结果与电源条码绑定。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板卡返修与复测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维修异常板后重测；合格板通过状态标识。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防静电包装与转运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板卡装入防静电袋或周转盘，扫码发往装配线。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配置齐套与防错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按订单核对处理器、显卡、内存、电源和存储版本。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安装主板支撑件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按机箱规格装入铜柱 / 支架并检查孔位。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安装电源与线束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固定电源单元，整理主电源和前置接口线。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安装主板与存储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锁附主板、SSD / HDD 和扩展卡，核对配置。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安装风扇与散热器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按规范固定风扇、散热器并检查线缆连接。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准备机箱 / 底壳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清洁内部并核对机型和定位柱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安装电源与前置 I/O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固定电源，连接按键和前置接口线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装入主板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锁附主板并确认接口对位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安装存储 / 扩展卡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按工单安装 SSD、HDD 或显卡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整理电源与风扇线束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确认线缆固定、风道畅通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AIO 安装屏幕总成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连接显示排线、摄像头和天线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合壳、支架与底座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锁附外壳或支架并检查稳定性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上电与系统检查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验证启动、BIOS、配置识别和系统映像。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接口与网络测试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逐项测试 USB、音频、显示输出、网口和无线连接。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显示与摄像头测试（AIO）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检查屏幕坏点、触控（如有）、摄像头与麦克风。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电源与散热测试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检查电压、风扇、温度、噪声及稳定性。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老化 / 压力测试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按机型执行负载或老化测试，失败机隔离。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外观与装配复核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检查螺丝、盖板、脚垫、线缆、标签和外观。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附件装盒与装箱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按配置放入电源线、适配器、键鼠和说明书后封箱。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产品分支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台式机和 AIO 是否分开生产？是否存在显卡 / 光驱等配置支线？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装配配置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主板、内存、存储与电源型号如何按订单防错？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板测内容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 / 电源板的烧录、通电和电气测试有哪些？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AIO 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屏幕坏点、触控、铰链和温升项目的判定标准是什么？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包装验证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整机重量、附件清单、泡棉方向与运输抽测规范是什么？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台式机与一体机制造流程：典型制造流程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IPC 电子装联标准目录：ipc.org/standards；电脑制造状态说明：dell.com/support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机箱 / 一体机外壳来料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人工：典型人工：核对机型、颜色和孔位，检查变形、划伤及喷涂缺陷。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原第3页 · A02  钣金 / 塑料结构加工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人工：人工装夹和首件核对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A03  去毛刺与清洁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人工：典型人工：检查毛刺/残留，手工修整或擦拭、上下料、取件及洁净复核；是否全自动需确认。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设备/工具：清洗、干燥或去毛刺可由专机完成，原文未明确方式。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A04  表面处理与标识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电源单元来料检查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人工：典型人工：核对功率、接口、标签和安全外观，按工单分类。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A06  显示模组点亮筛查（AIO）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设备/工具：仪器或软件执行显示模组点亮筛查（AIO）；测量、计算、烧录/校准不直接算作人工。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支架 / 底座装配备料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人工：典型人工：核对支架、底座、铰链和固定件，检查安装孔位。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风扇 / 散热器备料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人工：典型人工：准备风扇、散热片、导热垫和风道件，检查型号。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存储与内存备料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人工：典型人工：按工单备齐内存、SSD / HDD 与固定件，核对容量配置。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线束与前置 I/O 备料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人工：典型人工：清点前面板线、USB / 音频小板及电源线束。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机箱前置 I/O 子装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人工：典型人工：安装按键、指示灯、接口小板与线束并检查插接。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一体机显示支架子装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人工：典型人工：安装铰链或支架，检查支撑稳定、开合角度和线缆通道。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散热与风道子装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人工：典型人工：固定风扇、导风罩和散热器，确保风道无阻挡。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PCB 上料与板号核对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人工：典型人工：按机型和板卡版本扫码，装入载具后进入印刷工位。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锡膏印刷与 SPI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设备/工具：设备执行锡膏印刷与 SPI，不得把自动检测或贴装本身标成人工。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SMT 贴片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贴片，不得把自动检测或贴装本身标成人工。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回流焊接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AOI 检查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检查，不得把自动检测或贴装本身标成人工。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C06  通孔件 / 大型连接器后装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C07  焊后检查与清洁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人工：典型人工：检查焊点、接口和板面，清除规定范围内残留物。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C08  ICT / 边界扫描（适用）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人工：典型人工：用测试治具验证板级网络连接，异常板隔离。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BIOS / 固件写入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设备/工具：仪器或软件执行BIOS / 固件写入；测量、计算、烧录/校准不直接算作人工。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板级开机测试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设备/工具：仪器或软件执行板级开机测试；测量、计算、烧录/校准不直接算作人工。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电源板输出测试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设备/工具：仪器或软件执行电源板输出测试；测量、计算、烧录/校准不直接算作人工。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板卡返修与复测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C13  防静电包装与转运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人工：典型人工：板卡装入防静电袋或周转盘，扫码发往装配线。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配置齐套与防错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人工：典型人工：按订单核对处理器、显卡、内存、电源和存储版本。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安装主板支撑件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人工：典型人工：按机箱规格装入铜柱 / 支架并检查孔位。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安装电源与线束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人工：典型人工：固定电源单元，整理主电源和前置接口线。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安装主板与存储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人工：典型人工：锁附主板、SSD / HDD 和扩展卡，核对配置。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安装风扇与散热器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人工：典型人工：按规范固定风扇、散热器并检查线缆连接。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准备机箱 / 底壳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人工：典型人工：清洁内部并核对机型和定位柱。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安装电源与前置 I/O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人工：典型人工：固定电源，连接按键和前置接口线。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装入主板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人工：典型人工：锁附主板并确认接口对位。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安装存储 / 扩展卡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人工：典型人工：按工单安装 SSD、HDD 或显卡。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整理电源与风扇线束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人工：典型人工：确认线缆固定、风道畅通。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AIO 安装屏幕总成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人工：典型人工：连接显示排线、摄像头和天线。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装配07  合壳、支架与底座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人工：典型人工：锁附外壳或支架并检查稳定性。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原第13页 · E01  上电与系统检查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人工：典型人工：验证启动、BIOS、配置识别和系统映像。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接口与网络测试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设备/工具：仪器或软件执行接口与网络测试；测量、计算、烧录/校准不直接算作人工。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显示与摄像头测试（AIO）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设备/工具：仪器或软件执行显示与摄像头测试（AIO）；测量、计算、烧录/校准不直接算作人工。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电源与散热测试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设备/工具：仪器或软件执行电源与散热测试；测量、计算、烧录/校准不直接算作人工。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E05  老化 / 压力测试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设备/工具：仪器或软件执行老化 / 压力测试；测量、计算、烧录/校准不直接算作人工。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E06  外观与装配复核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人工：典型人工：检查螺丝、盖板、脚垫、线缆、标签和外观。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台式机与一体机制造流程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附件装盒与装箱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人工：典型人工：按配置放入电源线、适配器、键鼠和说明书后封箱。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2912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B9D5105490AA4310A756E4B519C364A1_13</vt:lpwstr>
  </property>
  <property fmtid="{D5CDD505-2E9C-101B-9397-08002B2CF9AE}" pid="3" name="KSOProductBuildVer">
    <vt:lpwstr>2052-12.1.0.29162</vt:lpwstr>
  </property>
</Properties>
</file>